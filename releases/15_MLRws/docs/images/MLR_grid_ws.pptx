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77"/>
    <p:restoredTop sz="94699"/>
  </p:normalViewPr>
  <p:slideViewPr>
    <p:cSldViewPr snapToGrid="0">
      <p:cViewPr>
        <p:scale>
          <a:sx n="213" d="100"/>
          <a:sy n="213" d="100"/>
        </p:scale>
        <p:origin x="2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32CE-2B1E-51BC-AA67-778A4AF7F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A294E-0623-8697-118B-D30FB708D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4AC13-D870-29F2-0F7F-3EBDD8D5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FD7B8-846F-0D97-A37D-11C21AE4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1915A-EF3D-024A-C77D-619B8A8D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4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7BC5-D089-A071-FD5A-D8258750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F332-C18D-9990-3E08-EC7B35B02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CE90A-72BE-D64B-7721-8E619BD5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68B9C-5D7A-58F2-A396-8991DBE2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B8635-5BFC-51C7-25EE-83BAD021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9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BCD7-EEDB-1770-FB3B-4608E966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54B64-1350-F9C3-37C0-8CA13E92F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D7A52-CF22-D5B5-6486-A0FD9806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F39F8-DC6F-98DD-261D-9F47C469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B6D8D-9514-869F-A81D-6B5847BF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4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4DDF-BD1C-6845-85D4-84CBAD3B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F132-4A3A-8910-5FBD-4FB9A1EE9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72920-ACB8-BBAC-4AB4-E0434578A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866B7-645B-FC60-4912-FD7FE3E4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B9417-46AD-4C0A-25F3-D740414A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28803-68E0-0904-2C5D-B51550E7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2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D747-268C-E436-ED5B-7FEB8518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AB3D0-A52F-3D99-F6FF-2195F3DB1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99A7A-321F-F8D2-1FFD-D38CD2E8F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311BD-54CD-CDBF-7792-172E8815A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3A599-CC41-6CE4-40FF-36CB20A41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E65E7-495E-A0F5-B9D6-100C8BF3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506D2-6777-508F-1426-F4AEB04B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F244B-55B0-02D0-2207-8824863F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94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786E-D91C-7322-71BB-6259CB713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BD967-AED1-336F-3246-29BF80D2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E3FC5-079B-6281-9ED2-1C96BF98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0C3AA-3E09-1A70-78CF-C46E26BC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3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E3E76-F56F-AC72-6EC0-BEAB7BC3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B0503-DC75-8EC5-EAEF-2E1BC54A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5051B-4CBC-838B-436B-CAC4BD91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3372-78A4-A246-B811-4EF3F04B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3836A-2A0A-F873-FB75-51DCECF1C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6325B-7300-9B16-2A52-918EA6CB6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552D5-A49E-DE45-EAE3-884BE76E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FBC32-703D-3ACD-788D-527FCA82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6F592-95B2-5CB9-F444-DC73E193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5EF4-D2CC-864E-6088-028BF65A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82CD33-5CCF-451F-DAC0-C8E1603A7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8B565-A0D1-7C38-0C14-FA935B511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C56E1-00DB-8D34-55DC-B1DB08C5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12EED-C736-A73C-69E6-02EABC74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51382-F39C-86EC-3D0F-390FDE54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1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3946-1C77-D3AE-A11F-372C4E53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26DED-4245-6C14-E76B-680744B45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33AB5-3FAC-806E-7575-3398C6C0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F3583-7B6A-352C-0B23-5F037E4C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39D69-EBC7-189E-648F-9BECC12A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8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18BC6-1CDF-B0F3-26AC-3036D9218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73D8E-20D2-3D97-9A73-FC783AABC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F2854-88A6-B493-75AF-5C97A719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B3CAC-0CF4-F5C8-F6F8-DAEDBCF9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E0A44-AD19-2D89-518A-6CBF649F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7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C489E-D617-2D01-EA70-E12E503B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438B1-538C-8A72-AF3C-CF34E3D18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8A0B8-CF85-5140-DA09-94793D842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3F2C2-4DCE-B34A-B9F0-2D739A90E669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2992A-825D-6210-A7BC-3BB566592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3A4D-C7FA-776E-B37B-3F0CE17D2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4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BE0CE0-1F34-E6AF-1C21-A249039F578A}"/>
              </a:ext>
            </a:extLst>
          </p:cNvPr>
          <p:cNvGrpSpPr/>
          <p:nvPr/>
        </p:nvGrpSpPr>
        <p:grpSpPr>
          <a:xfrm>
            <a:off x="4390087" y="55460"/>
            <a:ext cx="2497551" cy="6802540"/>
            <a:chOff x="7992996" y="-400173"/>
            <a:chExt cx="2497551" cy="68025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913A50-C4DA-2183-419E-545C02095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2996" y="-400173"/>
              <a:ext cx="2497551" cy="680254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EE23E4-B5BB-710B-09AC-8421A3A69F65}"/>
                </a:ext>
              </a:extLst>
            </p:cNvPr>
            <p:cNvSpPr/>
            <p:nvPr/>
          </p:nvSpPr>
          <p:spPr>
            <a:xfrm>
              <a:off x="8615963" y="943496"/>
              <a:ext cx="995819" cy="5488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Main Vol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31D946-A487-3BDE-5DF8-E879C758AF71}"/>
                </a:ext>
              </a:extLst>
            </p:cNvPr>
            <p:cNvSpPr/>
            <p:nvPr/>
          </p:nvSpPr>
          <p:spPr>
            <a:xfrm rot="18958174">
              <a:off x="8500209" y="1705103"/>
              <a:ext cx="526563" cy="30751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Silence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EE6E30-CA1D-E13D-FB81-FF8C84F2ED4F}"/>
                </a:ext>
              </a:extLst>
            </p:cNvPr>
            <p:cNvSpPr/>
            <p:nvPr/>
          </p:nvSpPr>
          <p:spPr>
            <a:xfrm rot="2813748">
              <a:off x="9232634" y="1718946"/>
              <a:ext cx="526563" cy="20097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Max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CFE8A3-8566-CDF2-02CB-780ED826F17D}"/>
                </a:ext>
              </a:extLst>
            </p:cNvPr>
            <p:cNvSpPr/>
            <p:nvPr/>
          </p:nvSpPr>
          <p:spPr>
            <a:xfrm>
              <a:off x="9436058" y="2093078"/>
              <a:ext cx="592317" cy="233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Record armed track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3E601D-17C5-9170-F347-14F8575D0ED3}"/>
                </a:ext>
              </a:extLst>
            </p:cNvPr>
            <p:cNvSpPr/>
            <p:nvPr/>
          </p:nvSpPr>
          <p:spPr>
            <a:xfrm>
              <a:off x="9387759" y="2352068"/>
              <a:ext cx="640615" cy="1545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Playback only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C73A6-13AD-DAD4-6BBD-1654034B67DD}"/>
                </a:ext>
              </a:extLst>
            </p:cNvPr>
            <p:cNvSpPr/>
            <p:nvPr/>
          </p:nvSpPr>
          <p:spPr>
            <a:xfrm>
              <a:off x="9436055" y="2532274"/>
              <a:ext cx="592317" cy="1758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Record armed track</a:t>
              </a:r>
              <a:endParaRPr lang="en-US" sz="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083A85-EF47-4A42-74EB-E9C78CA382B2}"/>
                </a:ext>
              </a:extLst>
            </p:cNvPr>
            <p:cNvSpPr/>
            <p:nvPr/>
          </p:nvSpPr>
          <p:spPr>
            <a:xfrm>
              <a:off x="8250856" y="2220858"/>
              <a:ext cx="506552" cy="233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gain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C2AB4EC-F380-3F77-37ED-30A8FDD2F159}"/>
                </a:ext>
              </a:extLst>
            </p:cNvPr>
            <p:cNvSpPr/>
            <p:nvPr/>
          </p:nvSpPr>
          <p:spPr>
            <a:xfrm>
              <a:off x="8171943" y="3069215"/>
              <a:ext cx="450547" cy="233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Chan 1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5E36391-1DAE-2358-B9B8-B77E60D8478A}"/>
              </a:ext>
            </a:extLst>
          </p:cNvPr>
          <p:cNvSpPr/>
          <p:nvPr/>
        </p:nvSpPr>
        <p:spPr>
          <a:xfrm>
            <a:off x="5068455" y="3524848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 Chan 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4F36C8-6E6A-1026-8722-B7E7C576FFE6}"/>
              </a:ext>
            </a:extLst>
          </p:cNvPr>
          <p:cNvSpPr/>
          <p:nvPr/>
        </p:nvSpPr>
        <p:spPr>
          <a:xfrm>
            <a:off x="5537433" y="3524848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Chan 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76E9B1-6603-41CF-164B-4AA70481C5C6}"/>
              </a:ext>
            </a:extLst>
          </p:cNvPr>
          <p:cNvSpPr/>
          <p:nvPr/>
        </p:nvSpPr>
        <p:spPr>
          <a:xfrm>
            <a:off x="6018423" y="3516962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Chan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D03703-9E07-61FD-E6A1-4256F9147949}"/>
              </a:ext>
            </a:extLst>
          </p:cNvPr>
          <p:cNvSpPr/>
          <p:nvPr/>
        </p:nvSpPr>
        <p:spPr>
          <a:xfrm>
            <a:off x="5240548" y="2676491"/>
            <a:ext cx="506552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CV2 Env </a:t>
            </a:r>
            <a:r>
              <a:rPr lang="en-US" sz="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Atk</a:t>
            </a:r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en-US" sz="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Dcy</a:t>
            </a:r>
            <a:endParaRPr lang="en-US" sz="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9682F6-81D2-34CE-4243-EA0C127415EB}"/>
              </a:ext>
            </a:extLst>
          </p:cNvPr>
          <p:cNvSpPr/>
          <p:nvPr/>
        </p:nvSpPr>
        <p:spPr>
          <a:xfrm>
            <a:off x="5488271" y="4162182"/>
            <a:ext cx="531240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v/oct chromatic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BAA3F-4DAF-2AF4-77EB-8A13815036CF}"/>
              </a:ext>
            </a:extLst>
          </p:cNvPr>
          <p:cNvSpPr/>
          <p:nvPr/>
        </p:nvSpPr>
        <p:spPr>
          <a:xfrm>
            <a:off x="6040404" y="4162182"/>
            <a:ext cx="385059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 Env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72349-B144-24FF-80F1-E69217F0E3C5}"/>
              </a:ext>
            </a:extLst>
          </p:cNvPr>
          <p:cNvSpPr/>
          <p:nvPr/>
        </p:nvSpPr>
        <p:spPr>
          <a:xfrm>
            <a:off x="4584799" y="4813824"/>
            <a:ext cx="444020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Reset loops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3E01CB-14C0-DBE3-AC23-3C3641ACBF3E}"/>
              </a:ext>
            </a:extLst>
          </p:cNvPr>
          <p:cNvSpPr/>
          <p:nvPr/>
        </p:nvSpPr>
        <p:spPr>
          <a:xfrm>
            <a:off x="5060155" y="4810784"/>
            <a:ext cx="444019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Gated record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001677-693B-DF4D-D4E9-0398B460037F}"/>
              </a:ext>
            </a:extLst>
          </p:cNvPr>
          <p:cNvSpPr/>
          <p:nvPr/>
        </p:nvSpPr>
        <p:spPr>
          <a:xfrm>
            <a:off x="5529877" y="4813824"/>
            <a:ext cx="444019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CUT triggers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0DABC7-50A4-9AA7-2BA5-F8FAD5D58FAA}"/>
              </a:ext>
            </a:extLst>
          </p:cNvPr>
          <p:cNvSpPr/>
          <p:nvPr/>
        </p:nvSpPr>
        <p:spPr>
          <a:xfrm>
            <a:off x="5999613" y="4813824"/>
            <a:ext cx="444019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CUT gates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7089A40-4D40-FEEE-2FDC-DA50D38B14D3}"/>
              </a:ext>
            </a:extLst>
          </p:cNvPr>
          <p:cNvGrpSpPr/>
          <p:nvPr/>
        </p:nvGrpSpPr>
        <p:grpSpPr>
          <a:xfrm>
            <a:off x="8517960" y="-117260"/>
            <a:ext cx="2497551" cy="6802540"/>
            <a:chOff x="7992996" y="-400173"/>
            <a:chExt cx="2497551" cy="680254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6F659B2-2A1D-55CA-92F5-4C445787A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2996" y="-400173"/>
              <a:ext cx="2497551" cy="6802540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11DEEA5-5261-6445-1D62-7F29AC1EEE15}"/>
                </a:ext>
              </a:extLst>
            </p:cNvPr>
            <p:cNvSpPr/>
            <p:nvPr/>
          </p:nvSpPr>
          <p:spPr>
            <a:xfrm>
              <a:off x="8642432" y="1194278"/>
              <a:ext cx="995819" cy="5488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Active Track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5729C3C-8A3B-EDCB-963B-9800196263FC}"/>
                </a:ext>
              </a:extLst>
            </p:cNvPr>
            <p:cNvSpPr/>
            <p:nvPr/>
          </p:nvSpPr>
          <p:spPr>
            <a:xfrm>
              <a:off x="9436058" y="2093078"/>
              <a:ext cx="592317" cy="2333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TRACK mode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0791B73-31A0-AD93-9CAA-1A0CB969668B}"/>
                </a:ext>
              </a:extLst>
            </p:cNvPr>
            <p:cNvSpPr/>
            <p:nvPr/>
          </p:nvSpPr>
          <p:spPr>
            <a:xfrm>
              <a:off x="9387759" y="2352068"/>
              <a:ext cx="640615" cy="1545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GLOBAL mode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28CDF28-AEDD-F3E5-BF11-14D23F3CECFB}"/>
                </a:ext>
              </a:extLst>
            </p:cNvPr>
            <p:cNvSpPr/>
            <p:nvPr/>
          </p:nvSpPr>
          <p:spPr>
            <a:xfrm>
              <a:off x="9436055" y="2511829"/>
              <a:ext cx="592317" cy="27313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Reset active track</a:t>
              </a:r>
              <a:endParaRPr lang="en-US" sz="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01247C7-5021-F383-621C-43A9A233A7A6}"/>
                </a:ext>
              </a:extLst>
            </p:cNvPr>
            <p:cNvSpPr/>
            <p:nvPr/>
          </p:nvSpPr>
          <p:spPr>
            <a:xfrm>
              <a:off x="8247015" y="2234264"/>
              <a:ext cx="506552" cy="2932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Active track level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2CD6BCD-E493-8519-16DC-BDA3EF48D713}"/>
                </a:ext>
              </a:extLst>
            </p:cNvPr>
            <p:cNvSpPr/>
            <p:nvPr/>
          </p:nvSpPr>
          <p:spPr>
            <a:xfrm>
              <a:off x="8042676" y="2987132"/>
              <a:ext cx="592316" cy="233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Mod active Track</a:t>
              </a: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24DFC325-BCCD-C058-490F-8969F22BEBAF}"/>
              </a:ext>
            </a:extLst>
          </p:cNvPr>
          <p:cNvSpPr/>
          <p:nvPr/>
        </p:nvSpPr>
        <p:spPr>
          <a:xfrm>
            <a:off x="9193063" y="3270045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 active speed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6725C4-9DCB-1FB6-B8BA-517500F83994}"/>
              </a:ext>
            </a:extLst>
          </p:cNvPr>
          <p:cNvSpPr/>
          <p:nvPr/>
        </p:nvSpPr>
        <p:spPr>
          <a:xfrm>
            <a:off x="9665306" y="3352128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Chan 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CA9710-F20C-A307-6BC9-341B12BC4BE1}"/>
              </a:ext>
            </a:extLst>
          </p:cNvPr>
          <p:cNvSpPr/>
          <p:nvPr/>
        </p:nvSpPr>
        <p:spPr>
          <a:xfrm>
            <a:off x="10146296" y="3344242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Chan 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B2DF49-70AA-1648-13C9-7DEC7873CC31}"/>
              </a:ext>
            </a:extLst>
          </p:cNvPr>
          <p:cNvSpPr/>
          <p:nvPr/>
        </p:nvSpPr>
        <p:spPr>
          <a:xfrm>
            <a:off x="9373207" y="2550488"/>
            <a:ext cx="506552" cy="27313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Radiate (neighbor level)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D99B67-7DEB-6015-E9A8-F2C28DC5DFD8}"/>
              </a:ext>
            </a:extLst>
          </p:cNvPr>
          <p:cNvSpPr/>
          <p:nvPr/>
        </p:nvSpPr>
        <p:spPr>
          <a:xfrm>
            <a:off x="9614139" y="3967401"/>
            <a:ext cx="531240" cy="29199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Turing  Output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8153D38-F8CB-3738-A92B-6B266439ECA4}"/>
              </a:ext>
            </a:extLst>
          </p:cNvPr>
          <p:cNvSpPr/>
          <p:nvPr/>
        </p:nvSpPr>
        <p:spPr>
          <a:xfrm>
            <a:off x="10168277" y="3989462"/>
            <a:ext cx="385059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 Env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BF5240-D3E6-E185-E8F9-F86F5B2AE9E0}"/>
              </a:ext>
            </a:extLst>
          </p:cNvPr>
          <p:cNvSpPr/>
          <p:nvPr/>
        </p:nvSpPr>
        <p:spPr>
          <a:xfrm>
            <a:off x="8712672" y="4599072"/>
            <a:ext cx="444020" cy="2932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Reset Active Track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C14ED5A-7665-2F29-8D5C-8355BB8F41C4}"/>
              </a:ext>
            </a:extLst>
          </p:cNvPr>
          <p:cNvSpPr/>
          <p:nvPr/>
        </p:nvSpPr>
        <p:spPr>
          <a:xfrm>
            <a:off x="9196328" y="4598502"/>
            <a:ext cx="444019" cy="2932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Next Active Track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6261D3-12ED-88DE-1119-69CEFF34C1DE}"/>
              </a:ext>
            </a:extLst>
          </p:cNvPr>
          <p:cNvSpPr/>
          <p:nvPr/>
        </p:nvSpPr>
        <p:spPr>
          <a:xfrm>
            <a:off x="9661907" y="4619803"/>
            <a:ext cx="444019" cy="2759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Track end Trig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8BBFEAD-6CDA-E49B-B99C-47675A6E8DAC}"/>
              </a:ext>
            </a:extLst>
          </p:cNvPr>
          <p:cNvSpPr/>
          <p:nvPr/>
        </p:nvSpPr>
        <p:spPr>
          <a:xfrm>
            <a:off x="10127486" y="4611023"/>
            <a:ext cx="444019" cy="29327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 end of cycle trig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B665E3C-BE27-02C1-8CB6-BF8A1B72FEEA}"/>
              </a:ext>
            </a:extLst>
          </p:cNvPr>
          <p:cNvSpPr/>
          <p:nvPr/>
        </p:nvSpPr>
        <p:spPr>
          <a:xfrm>
            <a:off x="9323616" y="2331487"/>
            <a:ext cx="592317" cy="2333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Active Track Start point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CEBC3EC-FF01-7128-1BF8-17BB73B2CFC4}"/>
              </a:ext>
            </a:extLst>
          </p:cNvPr>
          <p:cNvSpPr/>
          <p:nvPr/>
        </p:nvSpPr>
        <p:spPr>
          <a:xfrm>
            <a:off x="8696907" y="2269566"/>
            <a:ext cx="592317" cy="2333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Active Track pre-mix gain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F40C4A-8104-E04A-5D12-716BE106225C}"/>
              </a:ext>
            </a:extLst>
          </p:cNvPr>
          <p:cNvSpPr/>
          <p:nvPr/>
        </p:nvSpPr>
        <p:spPr>
          <a:xfrm>
            <a:off x="9165448" y="980141"/>
            <a:ext cx="995818" cy="4933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Active Track speed/direction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80D56C-D3B3-FBBE-E644-94994F4A5D19}"/>
              </a:ext>
            </a:extLst>
          </p:cNvPr>
          <p:cNvSpPr/>
          <p:nvPr/>
        </p:nvSpPr>
        <p:spPr>
          <a:xfrm>
            <a:off x="8687085" y="3960121"/>
            <a:ext cx="444021" cy="2919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 X (either mode)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2E047D-E785-6819-D6FE-35E2649F2920}"/>
              </a:ext>
            </a:extLst>
          </p:cNvPr>
          <p:cNvSpPr/>
          <p:nvPr/>
        </p:nvSpPr>
        <p:spPr>
          <a:xfrm>
            <a:off x="9156245" y="3965912"/>
            <a:ext cx="444021" cy="2919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 Y (either mode)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DCE2EC-8F8E-A9FD-9400-C27CC7D77124}"/>
              </a:ext>
            </a:extLst>
          </p:cNvPr>
          <p:cNvSpPr/>
          <p:nvPr/>
        </p:nvSpPr>
        <p:spPr>
          <a:xfrm>
            <a:off x="10161266" y="1338843"/>
            <a:ext cx="531240" cy="29199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Turing  Big Knob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F6419B-F1E1-6050-A1AF-0C239ED2FF73}"/>
              </a:ext>
            </a:extLst>
          </p:cNvPr>
          <p:cNvSpPr/>
          <p:nvPr/>
        </p:nvSpPr>
        <p:spPr>
          <a:xfrm>
            <a:off x="8747291" y="2949765"/>
            <a:ext cx="531240" cy="29199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Turing range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8FEC3A9-E622-1665-C1C8-F66E612FB50C}"/>
              </a:ext>
            </a:extLst>
          </p:cNvPr>
          <p:cNvSpPr/>
          <p:nvPr/>
        </p:nvSpPr>
        <p:spPr>
          <a:xfrm>
            <a:off x="9360863" y="2947030"/>
            <a:ext cx="531240" cy="29199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Turing Seq length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597F65-6B67-B80C-6013-6C49F5C722CF}"/>
              </a:ext>
            </a:extLst>
          </p:cNvPr>
          <p:cNvSpPr txBox="1"/>
          <p:nvPr/>
        </p:nvSpPr>
        <p:spPr>
          <a:xfrm>
            <a:off x="7636227" y="2492646"/>
            <a:ext cx="881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Turing parameters apply in both modes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0708AB-3FB8-A311-41FE-C902D1979667}"/>
              </a:ext>
            </a:extLst>
          </p:cNvPr>
          <p:cNvSpPr/>
          <p:nvPr/>
        </p:nvSpPr>
        <p:spPr>
          <a:xfrm>
            <a:off x="10562247" y="2832688"/>
            <a:ext cx="592317" cy="2333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HOLD: Arm recording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1FA741E-563B-679A-A2D1-C7190B2E513E}"/>
              </a:ext>
            </a:extLst>
          </p:cNvPr>
          <p:cNvSpPr/>
          <p:nvPr/>
        </p:nvSpPr>
        <p:spPr>
          <a:xfrm>
            <a:off x="8699481" y="3508658"/>
            <a:ext cx="458632" cy="2333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 in 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AA5639-0760-7E30-FBAE-0D2F67BC6806}"/>
              </a:ext>
            </a:extLst>
          </p:cNvPr>
          <p:cNvSpPr/>
          <p:nvPr/>
        </p:nvSpPr>
        <p:spPr>
          <a:xfrm>
            <a:off x="9179809" y="3511636"/>
            <a:ext cx="458632" cy="2333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 in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EE6D91-8270-2E24-1D3C-57C5E908B8EF}"/>
              </a:ext>
            </a:extLst>
          </p:cNvPr>
          <p:cNvSpPr txBox="1"/>
          <p:nvPr/>
        </p:nvSpPr>
        <p:spPr>
          <a:xfrm>
            <a:off x="7666299" y="3885183"/>
            <a:ext cx="8817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Mod X/Y do not affect Turing</a:t>
            </a:r>
          </a:p>
        </p:txBody>
      </p:sp>
    </p:spTree>
    <p:extLst>
      <p:ext uri="{BB962C8B-B14F-4D97-AF65-F5344CB8AC3E}">
        <p14:creationId xmlns:p14="http://schemas.microsoft.com/office/powerpoint/2010/main" val="346236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149</Words>
  <Application>Microsoft Macintosh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Dune Desormeaux</dc:creator>
  <cp:lastModifiedBy>Dune Desormeaux</cp:lastModifiedBy>
  <cp:revision>7</cp:revision>
  <dcterms:created xsi:type="dcterms:W3CDTF">2026-05-01T15:33:29Z</dcterms:created>
  <dcterms:modified xsi:type="dcterms:W3CDTF">2026-05-26T16:15:27Z</dcterms:modified>
</cp:coreProperties>
</file>