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7" r:id="rId3"/>
    <p:sldId id="263" r:id="rId4"/>
    <p:sldId id="266" r:id="rId5"/>
    <p:sldId id="258" r:id="rId6"/>
    <p:sldId id="260" r:id="rId7"/>
    <p:sldId id="264" r:id="rId8"/>
    <p:sldId id="262" r:id="rId9"/>
    <p:sldId id="261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6B24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13"/>
    <p:restoredTop sz="94620"/>
  </p:normalViewPr>
  <p:slideViewPr>
    <p:cSldViewPr snapToGrid="0">
      <p:cViewPr varScale="1">
        <p:scale>
          <a:sx n="200" d="100"/>
          <a:sy n="200" d="100"/>
        </p:scale>
        <p:origin x="28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0E71-9787-0FE1-D8F9-C8F470724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687A64-B855-186D-43BB-C1BF862AA7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5A9FA-9C9B-C4B8-68EF-13CE4318D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1DEDB-43A4-F744-A550-DF85E4DC163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17083-F3F7-C8FE-A8DA-7C4861A24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313E1-879D-F18D-B45C-A50BA7F52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6D0F-8462-EF44-90F3-E0FD4B5A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441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0A8D0-BCEE-6813-DBDD-C9A7BFB64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76800-A9C1-96C6-F006-EA8EAC669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22CB1-5185-F034-72AF-B99AD7D6C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1DEDB-43A4-F744-A550-DF85E4DC163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E39A8-999D-4C53-D009-F9952E09D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639D3-5409-1F6E-F669-869113A60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6D0F-8462-EF44-90F3-E0FD4B5A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032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84F31-B1C8-F603-78C2-971796B2B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65258-B84F-A447-3C43-A96CE680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2CFD0-ECBF-9B84-83D2-41B0E02A4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1DEDB-43A4-F744-A550-DF85E4DC163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145B1-69CB-7B0E-545A-F78EC3D5E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06B55-1912-6E15-B206-8E8AD71AF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6D0F-8462-EF44-90F3-E0FD4B5A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915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F3EB7-F9E6-1DE1-F8A2-CDAE6D4B6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8B2FA-84DE-BD94-94A7-49B01CBDCD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D374A-8C08-5EE5-D395-D8944CF2C0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B8C61-15CE-2AE6-A497-BF3599844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1DEDB-43A4-F744-A550-DF85E4DC163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44DFA9-3C34-C2F0-29AE-615A420A4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D0D71-396A-A985-C047-C26738EDE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6D0F-8462-EF44-90F3-E0FD4B5A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038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14D21-AAC6-3100-755E-F113D8BF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6CA65-A999-3C64-A1D4-A4BCFF117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7729A8-F3E5-2A27-6AD9-230B67071E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1EBB37-4A7E-0610-99C5-0040F4CD76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29331A-ABB0-8455-9001-1F5DC1B436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9848CF-D522-616B-5623-FA9E336EF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1DEDB-43A4-F744-A550-DF85E4DC163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AA4BDC-B9CD-9B7D-21DB-1294C8324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62D768-93AF-6F47-0949-74D337342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6D0F-8462-EF44-90F3-E0FD4B5A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856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1AB38-54F6-18C5-40CA-F2BC835F7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4779C4-7A16-D959-9C70-18C29CC74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1DEDB-43A4-F744-A550-DF85E4DC163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C49960-9066-A235-3AC2-A7A931ECC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CD758C-4C51-4BB6-1F8F-8261994A6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6D0F-8462-EF44-90F3-E0FD4B5A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322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D4C995-3534-4B5F-50AB-68533C737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1DEDB-43A4-F744-A550-DF85E4DC163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C18263-6E89-BDDC-875D-17100467E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E09BE-5F5B-1289-0EF2-A4BB65EF7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6D0F-8462-EF44-90F3-E0FD4B5A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37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50CB3-689B-2254-512D-E1CB733DB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7FCB6-96B8-54A3-D6E8-305A72466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F83B5E-8F58-738E-26F2-D6C2F4642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A9C0F-FB87-0004-FAE7-0A6004535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1DEDB-43A4-F744-A550-DF85E4DC163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E2AD2-462F-A282-9546-3BA571EA2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FF47B-7189-56A1-63AE-387898817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6D0F-8462-EF44-90F3-E0FD4B5A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25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B1F9C-7E79-E2D9-9A1D-93FFD8C6E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916232-525D-1491-6065-FC09F4D713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D29D8F-8CA5-3A2E-13B5-00CE9781A8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B88F18-F564-BE45-D586-FF1CF9363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1DEDB-43A4-F744-A550-DF85E4DC163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25A48-7CD6-2889-28DF-E950F959E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D0A23-C725-5475-53FC-9C0C4C02D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6D0F-8462-EF44-90F3-E0FD4B5A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1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1473E-BDF5-755B-3017-22FF2C000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CC3B8E-F171-9007-54A7-361AD57EC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BE3D8-522D-016B-509F-E694A513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1DEDB-43A4-F744-A550-DF85E4DC163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D36C2-0B3C-67D6-3266-86A801208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FAC1E-C8E3-2E07-B2CD-87E093C30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6D0F-8462-EF44-90F3-E0FD4B5A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841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BFA00F-8A64-A3E7-799F-444AEBBC50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9E1476-F861-7F3B-9FF7-DA121690DE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80F3E-BFFC-19EB-72DE-312A5A1FB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1DEDB-43A4-F744-A550-DF85E4DC163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3F1D9-2574-DA7E-5854-17D08C0B0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F4BC5-0489-9EEE-298E-1114E8682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16D0F-8462-EF44-90F3-E0FD4B5A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923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DE3BF5-01A2-C142-CB9A-E3A1B965A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60FCB-1416-5C1B-E540-6BCBBE703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26D1F-879F-EC13-BE88-A7830C99E7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31DEDB-43A4-F744-A550-DF85E4DC1635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4240A-BB13-3D3D-B03C-58A255C86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567D5-8B7E-3210-9D15-D88322E7C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A16D0F-8462-EF44-90F3-E0FD4B5A7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844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C8A3F-C6B1-E2B2-7F9C-D18797CC0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3B5DA2-0D7D-A2E7-C6B8-54D421848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00" y="1682480"/>
            <a:ext cx="7772400" cy="421694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9A58985-CCF3-C8DF-5D31-CFD75A8A9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780" y="246488"/>
            <a:ext cx="10515600" cy="1325563"/>
          </a:xfrm>
        </p:spPr>
        <p:txBody>
          <a:bodyPr/>
          <a:lstStyle/>
          <a:p>
            <a:r>
              <a:rPr lang="en-US" dirty="0"/>
              <a:t>Chrome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8EAD03F-3A40-35AB-AA96-B4343F5A44F0}"/>
              </a:ext>
            </a:extLst>
          </p:cNvPr>
          <p:cNvGrpSpPr/>
          <p:nvPr/>
        </p:nvGrpSpPr>
        <p:grpSpPr>
          <a:xfrm>
            <a:off x="2352139" y="1536340"/>
            <a:ext cx="7249067" cy="4614448"/>
            <a:chOff x="2352139" y="1536340"/>
            <a:chExt cx="7249067" cy="461444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6607C11-A000-215D-2728-AFC0AD13CAAA}"/>
                </a:ext>
              </a:extLst>
            </p:cNvPr>
            <p:cNvGrpSpPr/>
            <p:nvPr/>
          </p:nvGrpSpPr>
          <p:grpSpPr>
            <a:xfrm>
              <a:off x="2574737" y="2044700"/>
              <a:ext cx="7026469" cy="3572328"/>
              <a:chOff x="2349499" y="2044700"/>
              <a:chExt cx="7026469" cy="3572328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E0BB4C0-0BCB-9B7C-F80A-3A9AAD914CC9}"/>
                  </a:ext>
                </a:extLst>
              </p:cNvPr>
              <p:cNvSpPr/>
              <p:nvPr/>
            </p:nvSpPr>
            <p:spPr>
              <a:xfrm>
                <a:off x="2349500" y="2044700"/>
                <a:ext cx="914400" cy="457200"/>
              </a:xfrm>
              <a:prstGeom prst="rect">
                <a:avLst/>
              </a:prstGeom>
              <a:noFill/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CFCE7F8-84AB-0D61-1B67-9A299828EE30}"/>
                  </a:ext>
                </a:extLst>
              </p:cNvPr>
              <p:cNvSpPr/>
              <p:nvPr/>
            </p:nvSpPr>
            <p:spPr>
              <a:xfrm>
                <a:off x="4114800" y="2044700"/>
                <a:ext cx="1765300" cy="457200"/>
              </a:xfrm>
              <a:prstGeom prst="rect">
                <a:avLst/>
              </a:prstGeom>
              <a:noFill/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08D40B3-69D0-958B-AD40-C6F0BC48BCDA}"/>
                  </a:ext>
                </a:extLst>
              </p:cNvPr>
              <p:cNvSpPr/>
              <p:nvPr/>
            </p:nvSpPr>
            <p:spPr>
              <a:xfrm>
                <a:off x="6286500" y="2070100"/>
                <a:ext cx="1765300" cy="457200"/>
              </a:xfrm>
              <a:prstGeom prst="rect">
                <a:avLst/>
              </a:prstGeom>
              <a:noFill/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8CCE97A-5CEA-99F3-F454-D16B5C744B05}"/>
                  </a:ext>
                </a:extLst>
              </p:cNvPr>
              <p:cNvSpPr/>
              <p:nvPr/>
            </p:nvSpPr>
            <p:spPr>
              <a:xfrm>
                <a:off x="2349499" y="5159828"/>
                <a:ext cx="7026469" cy="457200"/>
              </a:xfrm>
              <a:prstGeom prst="rect">
                <a:avLst/>
              </a:prstGeom>
              <a:noFill/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759E789-4DB6-3A22-7EBE-B5EF766DD52D}"/>
                  </a:ext>
                </a:extLst>
              </p:cNvPr>
              <p:cNvSpPr/>
              <p:nvPr/>
            </p:nvSpPr>
            <p:spPr>
              <a:xfrm>
                <a:off x="8461568" y="2070100"/>
                <a:ext cx="455168" cy="457199"/>
              </a:xfrm>
              <a:prstGeom prst="rect">
                <a:avLst/>
              </a:prstGeom>
              <a:noFill/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05C7017-4BBD-0A62-9192-1B6F35CD0CFE}"/>
                </a:ext>
              </a:extLst>
            </p:cNvPr>
            <p:cNvSpPr/>
            <p:nvPr/>
          </p:nvSpPr>
          <p:spPr>
            <a:xfrm>
              <a:off x="2574738" y="2527300"/>
              <a:ext cx="7026468" cy="2607128"/>
            </a:xfrm>
            <a:prstGeom prst="rect">
              <a:avLst/>
            </a:prstGeom>
            <a:solidFill>
              <a:srgbClr val="7F7F7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D413057-FFF9-2F87-9089-BE61CA1BBF14}"/>
                </a:ext>
              </a:extLst>
            </p:cNvPr>
            <p:cNvSpPr txBox="1"/>
            <p:nvPr/>
          </p:nvSpPr>
          <p:spPr>
            <a:xfrm>
              <a:off x="2352139" y="1554996"/>
              <a:ext cx="13555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Page select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FB615FF-D56E-2B10-CA63-5B6F1EF03735}"/>
                </a:ext>
              </a:extLst>
            </p:cNvPr>
            <p:cNvSpPr txBox="1"/>
            <p:nvPr/>
          </p:nvSpPr>
          <p:spPr>
            <a:xfrm>
              <a:off x="4427879" y="1560900"/>
              <a:ext cx="16774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Pattern looper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3B6F951-A8F2-BA4D-3BCF-343FDE390A82}"/>
                </a:ext>
              </a:extLst>
            </p:cNvPr>
            <p:cNvSpPr txBox="1"/>
            <p:nvPr/>
          </p:nvSpPr>
          <p:spPr>
            <a:xfrm>
              <a:off x="6923648" y="1554996"/>
              <a:ext cx="10048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Recalls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F069E46-0DDE-A046-6B7B-136105636523}"/>
                </a:ext>
              </a:extLst>
            </p:cNvPr>
            <p:cNvSpPr txBox="1"/>
            <p:nvPr/>
          </p:nvSpPr>
          <p:spPr>
            <a:xfrm>
              <a:off x="8452924" y="1536340"/>
              <a:ext cx="10048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Delete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D0C2B5E-ABE9-C635-F8DD-6FFD9D8F7CA6}"/>
                </a:ext>
              </a:extLst>
            </p:cNvPr>
            <p:cNvSpPr txBox="1"/>
            <p:nvPr/>
          </p:nvSpPr>
          <p:spPr>
            <a:xfrm>
              <a:off x="5051863" y="5781456"/>
              <a:ext cx="20681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Master volume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499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CD70F6-CA79-D71C-0362-0FDA1F9BC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945" y="1919775"/>
            <a:ext cx="7776186" cy="421259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C879616-2056-66FE-A440-5E036E167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Tracks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E45F42B-6367-951E-6DCF-07537D49D89C}"/>
              </a:ext>
            </a:extLst>
          </p:cNvPr>
          <p:cNvGrpSpPr/>
          <p:nvPr/>
        </p:nvGrpSpPr>
        <p:grpSpPr>
          <a:xfrm>
            <a:off x="857213" y="2304276"/>
            <a:ext cx="8732836" cy="3557548"/>
            <a:chOff x="857213" y="2304276"/>
            <a:chExt cx="8732836" cy="3557548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F85F2E7-7A0D-CF6F-AFE3-5E9BBC533BCD}"/>
                </a:ext>
              </a:extLst>
            </p:cNvPr>
            <p:cNvGrpSpPr/>
            <p:nvPr/>
          </p:nvGrpSpPr>
          <p:grpSpPr>
            <a:xfrm>
              <a:off x="2583363" y="2304276"/>
              <a:ext cx="7006686" cy="3557548"/>
              <a:chOff x="2583363" y="2304276"/>
              <a:chExt cx="7006686" cy="3557548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9B130C0-3A45-1F5F-402A-8B4917D3133E}"/>
                  </a:ext>
                </a:extLst>
              </p:cNvPr>
              <p:cNvSpPr/>
              <p:nvPr/>
            </p:nvSpPr>
            <p:spPr>
              <a:xfrm>
                <a:off x="2583363" y="2304276"/>
                <a:ext cx="7006686" cy="461226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D1E8C5F-C0DD-3F34-B016-278FD20936CF}"/>
                  </a:ext>
                </a:extLst>
              </p:cNvPr>
              <p:cNvSpPr/>
              <p:nvPr/>
            </p:nvSpPr>
            <p:spPr>
              <a:xfrm>
                <a:off x="2583365" y="5400598"/>
                <a:ext cx="7006683" cy="461226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411D329-CBAA-80D9-2188-BB20C19D963B}"/>
                  </a:ext>
                </a:extLst>
              </p:cNvPr>
              <p:cNvSpPr/>
              <p:nvPr/>
            </p:nvSpPr>
            <p:spPr>
              <a:xfrm>
                <a:off x="2583363" y="2719555"/>
                <a:ext cx="7006622" cy="461226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4FB87B0-9DC6-FF02-15BB-E55C2006DF36}"/>
                </a:ext>
              </a:extLst>
            </p:cNvPr>
            <p:cNvSpPr txBox="1"/>
            <p:nvPr/>
          </p:nvSpPr>
          <p:spPr>
            <a:xfrm>
              <a:off x="865306" y="2718212"/>
              <a:ext cx="14950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Track 1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81E6BA9-9F92-1DCC-CFB6-B6D4AE6A1B92}"/>
                </a:ext>
              </a:extLst>
            </p:cNvPr>
            <p:cNvSpPr/>
            <p:nvPr/>
          </p:nvSpPr>
          <p:spPr>
            <a:xfrm>
              <a:off x="2583363" y="3215241"/>
              <a:ext cx="7006622" cy="392307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DC70D78-C9D2-A674-4112-3C469147F3FC}"/>
                </a:ext>
              </a:extLst>
            </p:cNvPr>
            <p:cNvSpPr/>
            <p:nvPr/>
          </p:nvSpPr>
          <p:spPr>
            <a:xfrm>
              <a:off x="2583357" y="3621823"/>
              <a:ext cx="7006628" cy="46122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D465DA5-7097-AC02-5ED6-0AA401780ADE}"/>
                </a:ext>
              </a:extLst>
            </p:cNvPr>
            <p:cNvSpPr/>
            <p:nvPr/>
          </p:nvSpPr>
          <p:spPr>
            <a:xfrm>
              <a:off x="2583351" y="4108812"/>
              <a:ext cx="7006634" cy="415278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AB5A478-778D-33B4-3B2F-2CB121B3B0C8}"/>
                </a:ext>
              </a:extLst>
            </p:cNvPr>
            <p:cNvSpPr/>
            <p:nvPr/>
          </p:nvSpPr>
          <p:spPr>
            <a:xfrm>
              <a:off x="2583333" y="4558552"/>
              <a:ext cx="7006652" cy="403792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E68EBB6-7D72-74F5-D215-46E6A0BE5B0C}"/>
                </a:ext>
              </a:extLst>
            </p:cNvPr>
            <p:cNvSpPr/>
            <p:nvPr/>
          </p:nvSpPr>
          <p:spPr>
            <a:xfrm>
              <a:off x="2583303" y="4996806"/>
              <a:ext cx="7006682" cy="378082"/>
            </a:xfrm>
            <a:prstGeom prst="rect">
              <a:avLst/>
            </a:pr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ABE2FE1-4C13-DAF8-A4BD-9AEE3C0E3627}"/>
                </a:ext>
              </a:extLst>
            </p:cNvPr>
            <p:cNvSpPr txBox="1"/>
            <p:nvPr/>
          </p:nvSpPr>
          <p:spPr>
            <a:xfrm>
              <a:off x="862129" y="3199418"/>
              <a:ext cx="14950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Track 2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6F2BF24-6869-6869-80D9-285A107C5032}"/>
                </a:ext>
              </a:extLst>
            </p:cNvPr>
            <p:cNvSpPr txBox="1"/>
            <p:nvPr/>
          </p:nvSpPr>
          <p:spPr>
            <a:xfrm>
              <a:off x="862129" y="3664670"/>
              <a:ext cx="14950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Track 3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F4D0F92-B626-9FA8-E469-3EF44E4F74A9}"/>
                </a:ext>
              </a:extLst>
            </p:cNvPr>
            <p:cNvSpPr txBox="1"/>
            <p:nvPr/>
          </p:nvSpPr>
          <p:spPr>
            <a:xfrm>
              <a:off x="857214" y="4084565"/>
              <a:ext cx="14950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Track 4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BC6A06F-589B-B0A6-250B-867BFF8C7742}"/>
                </a:ext>
              </a:extLst>
            </p:cNvPr>
            <p:cNvSpPr txBox="1"/>
            <p:nvPr/>
          </p:nvSpPr>
          <p:spPr>
            <a:xfrm>
              <a:off x="857213" y="4549817"/>
              <a:ext cx="14950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Track 5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7FDBB3C-3D0F-FF87-FCB1-A76DF85305D4}"/>
                </a:ext>
              </a:extLst>
            </p:cNvPr>
            <p:cNvSpPr txBox="1"/>
            <p:nvPr/>
          </p:nvSpPr>
          <p:spPr>
            <a:xfrm>
              <a:off x="865306" y="4969712"/>
              <a:ext cx="14950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Track 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107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82672-E3D3-6410-34F1-DB4A51FA7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005A370-21BB-43F8-553F-2A1CFB6A2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17430"/>
            <a:ext cx="7772400" cy="421694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7F649AD-B65B-2876-E58B-C183E918B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Title page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847C675-2494-CFFA-0C7C-9439AB90E1DD}"/>
              </a:ext>
            </a:extLst>
          </p:cNvPr>
          <p:cNvGrpSpPr/>
          <p:nvPr/>
        </p:nvGrpSpPr>
        <p:grpSpPr>
          <a:xfrm>
            <a:off x="4330388" y="3190323"/>
            <a:ext cx="4401017" cy="1769955"/>
            <a:chOff x="4330388" y="3190323"/>
            <a:chExt cx="4401017" cy="176995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4B025FE-F67B-8EDB-EF19-EDA9B0CB01AB}"/>
                </a:ext>
              </a:extLst>
            </p:cNvPr>
            <p:cNvGrpSpPr/>
            <p:nvPr/>
          </p:nvGrpSpPr>
          <p:grpSpPr>
            <a:xfrm>
              <a:off x="4330388" y="3190323"/>
              <a:ext cx="4401017" cy="1769955"/>
              <a:chOff x="4330388" y="3190323"/>
              <a:chExt cx="4401017" cy="1769955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99A5C98-8BEB-BF15-CFB0-584B7604A86B}"/>
                  </a:ext>
                </a:extLst>
              </p:cNvPr>
              <p:cNvSpPr/>
              <p:nvPr/>
            </p:nvSpPr>
            <p:spPr>
              <a:xfrm>
                <a:off x="4330388" y="3625849"/>
                <a:ext cx="464636" cy="457200"/>
              </a:xfrm>
              <a:prstGeom prst="rect">
                <a:avLst/>
              </a:prstGeom>
              <a:noFill/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A3E4A49-B3F5-C81F-2587-06F7913E3020}"/>
                  </a:ext>
                </a:extLst>
              </p:cNvPr>
              <p:cNvSpPr/>
              <p:nvPr/>
            </p:nvSpPr>
            <p:spPr>
              <a:xfrm>
                <a:off x="6958359" y="4503078"/>
                <a:ext cx="464636" cy="457200"/>
              </a:xfrm>
              <a:prstGeom prst="rect">
                <a:avLst/>
              </a:prstGeom>
              <a:noFill/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B281E88A-417F-C3C8-7FD4-D577FBB87472}"/>
                  </a:ext>
                </a:extLst>
              </p:cNvPr>
              <p:cNvCxnSpPr>
                <a:stCxn id="15" idx="3"/>
              </p:cNvCxnSpPr>
              <p:nvPr/>
            </p:nvCxnSpPr>
            <p:spPr>
              <a:xfrm>
                <a:off x="4795024" y="3854449"/>
                <a:ext cx="669074" cy="0"/>
              </a:xfrm>
              <a:prstGeom prst="straightConnector1">
                <a:avLst/>
              </a:prstGeom>
              <a:ln w="38100">
                <a:solidFill>
                  <a:schemeClr val="accent3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0ED4CAE8-1848-2DC8-E515-7AAEA148A41C}"/>
                  </a:ext>
                </a:extLst>
              </p:cNvPr>
              <p:cNvCxnSpPr>
                <a:cxnSpLocks/>
                <a:stCxn id="17" idx="1"/>
              </p:cNvCxnSpPr>
              <p:nvPr/>
            </p:nvCxnSpPr>
            <p:spPr>
              <a:xfrm flipH="1">
                <a:off x="6287427" y="4731678"/>
                <a:ext cx="670932" cy="0"/>
              </a:xfrm>
              <a:prstGeom prst="straightConnector1">
                <a:avLst/>
              </a:prstGeom>
              <a:ln w="38100">
                <a:solidFill>
                  <a:schemeClr val="accent3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C84101F-7E26-6DDB-894B-E1122235FD59}"/>
                  </a:ext>
                </a:extLst>
              </p:cNvPr>
              <p:cNvSpPr/>
              <p:nvPr/>
            </p:nvSpPr>
            <p:spPr>
              <a:xfrm>
                <a:off x="6527177" y="3190323"/>
                <a:ext cx="2204228" cy="457200"/>
              </a:xfrm>
              <a:prstGeom prst="rect">
                <a:avLst/>
              </a:prstGeom>
              <a:noFill/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8" name="Elbow Connector 27">
              <a:extLst>
                <a:ext uri="{FF2B5EF4-FFF2-40B4-BE49-F238E27FC236}">
                  <a16:creationId xmlns:a16="http://schemas.microsoft.com/office/drawing/2014/main" id="{5ECA5C97-FD3E-32AA-DCE7-B6A6F44F7A98}"/>
                </a:ext>
              </a:extLst>
            </p:cNvPr>
            <p:cNvCxnSpPr>
              <a:stCxn id="25" idx="3"/>
              <a:endCxn id="25" idx="1"/>
            </p:cNvCxnSpPr>
            <p:nvPr/>
          </p:nvCxnSpPr>
          <p:spPr>
            <a:xfrm flipH="1">
              <a:off x="6527177" y="3418923"/>
              <a:ext cx="2204228" cy="12700"/>
            </a:xfrm>
            <a:prstGeom prst="bentConnector5">
              <a:avLst>
                <a:gd name="adj1" fmla="val -10371"/>
                <a:gd name="adj2" fmla="val -3336583"/>
                <a:gd name="adj3" fmla="val 110371"/>
              </a:avLst>
            </a:prstGeom>
            <a:ln w="38100">
              <a:solidFill>
                <a:schemeClr val="accent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61061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6BEC5-51A7-EFB9-4782-1A56CFF96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825DAE8-41D6-BF7D-888F-E1629DF46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17430"/>
            <a:ext cx="7772400" cy="421694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13E4A06-279D-F4A8-3574-58391AAE9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CUT page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DB63D87-5A63-79EB-6877-1A9B411B4419}"/>
              </a:ext>
            </a:extLst>
          </p:cNvPr>
          <p:cNvGrpSpPr/>
          <p:nvPr/>
        </p:nvGrpSpPr>
        <p:grpSpPr>
          <a:xfrm>
            <a:off x="2281895" y="1737396"/>
            <a:ext cx="7308154" cy="4736248"/>
            <a:chOff x="2281895" y="1737396"/>
            <a:chExt cx="7308154" cy="4736248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15D8E6B-E452-F587-3439-0F670969302F}"/>
                </a:ext>
              </a:extLst>
            </p:cNvPr>
            <p:cNvGrpSpPr/>
            <p:nvPr/>
          </p:nvGrpSpPr>
          <p:grpSpPr>
            <a:xfrm>
              <a:off x="2572212" y="2301943"/>
              <a:ext cx="7017837" cy="3559881"/>
              <a:chOff x="2572212" y="2301943"/>
              <a:chExt cx="7017837" cy="3559881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F396101E-4239-726C-9E1A-E225AEEBF0FF}"/>
                  </a:ext>
                </a:extLst>
              </p:cNvPr>
              <p:cNvGrpSpPr/>
              <p:nvPr/>
            </p:nvGrpSpPr>
            <p:grpSpPr>
              <a:xfrm>
                <a:off x="2572212" y="2301943"/>
                <a:ext cx="7017837" cy="3559881"/>
                <a:chOff x="2572212" y="2301943"/>
                <a:chExt cx="7017837" cy="3559881"/>
              </a:xfrm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709115A5-129E-A1C8-D9B9-CFE3193928DF}"/>
                    </a:ext>
                  </a:extLst>
                </p:cNvPr>
                <p:cNvSpPr/>
                <p:nvPr/>
              </p:nvSpPr>
              <p:spPr>
                <a:xfrm>
                  <a:off x="3468029" y="2304276"/>
                  <a:ext cx="6122020" cy="461226"/>
                </a:xfrm>
                <a:prstGeom prst="rect">
                  <a:avLst/>
                </a:prstGeom>
                <a:solidFill>
                  <a:srgbClr val="7F7F7F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FE547CC8-0A19-17D8-B22E-D32F921DD35D}"/>
                    </a:ext>
                  </a:extLst>
                </p:cNvPr>
                <p:cNvSpPr/>
                <p:nvPr/>
              </p:nvSpPr>
              <p:spPr>
                <a:xfrm>
                  <a:off x="2583365" y="5400598"/>
                  <a:ext cx="7006683" cy="461226"/>
                </a:xfrm>
                <a:prstGeom prst="rect">
                  <a:avLst/>
                </a:prstGeom>
                <a:solidFill>
                  <a:srgbClr val="7F7F7F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078DDC22-F718-B303-B714-A1EA6F79306F}"/>
                    </a:ext>
                  </a:extLst>
                </p:cNvPr>
                <p:cNvSpPr/>
                <p:nvPr/>
              </p:nvSpPr>
              <p:spPr>
                <a:xfrm>
                  <a:off x="2572212" y="2301943"/>
                  <a:ext cx="914400" cy="457200"/>
                </a:xfrm>
                <a:prstGeom prst="rect">
                  <a:avLst/>
                </a:prstGeom>
                <a:noFill/>
                <a:ln w="38100"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4896EAA6-E192-0D43-7BB4-4D023200912E}"/>
                    </a:ext>
                  </a:extLst>
                </p:cNvPr>
                <p:cNvSpPr/>
                <p:nvPr/>
              </p:nvSpPr>
              <p:spPr>
                <a:xfrm>
                  <a:off x="4330388" y="3625849"/>
                  <a:ext cx="464636" cy="457200"/>
                </a:xfrm>
                <a:prstGeom prst="rect">
                  <a:avLst/>
                </a:prstGeom>
                <a:noFill/>
                <a:ln w="38100"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6D2C5AF-5AA5-B0D5-FE85-014366FB7476}"/>
                    </a:ext>
                  </a:extLst>
                </p:cNvPr>
                <p:cNvSpPr/>
                <p:nvPr/>
              </p:nvSpPr>
              <p:spPr>
                <a:xfrm>
                  <a:off x="6958359" y="4503078"/>
                  <a:ext cx="464636" cy="457200"/>
                </a:xfrm>
                <a:prstGeom prst="rect">
                  <a:avLst/>
                </a:prstGeom>
                <a:noFill/>
                <a:ln w="38100"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BCC619A8-ECBF-34BD-DFCF-DCE156F6869D}"/>
                    </a:ext>
                  </a:extLst>
                </p:cNvPr>
                <p:cNvCxnSpPr>
                  <a:stCxn id="15" idx="3"/>
                </p:cNvCxnSpPr>
                <p:nvPr/>
              </p:nvCxnSpPr>
              <p:spPr>
                <a:xfrm>
                  <a:off x="4795024" y="3854449"/>
                  <a:ext cx="669074" cy="0"/>
                </a:xfrm>
                <a:prstGeom prst="straightConnector1">
                  <a:avLst/>
                </a:prstGeom>
                <a:ln w="38100">
                  <a:solidFill>
                    <a:schemeClr val="accent3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1461200D-FDC1-1075-2BC7-0174D85298D7}"/>
                    </a:ext>
                  </a:extLst>
                </p:cNvPr>
                <p:cNvCxnSpPr>
                  <a:cxnSpLocks/>
                  <a:stCxn id="17" idx="1"/>
                </p:cNvCxnSpPr>
                <p:nvPr/>
              </p:nvCxnSpPr>
              <p:spPr>
                <a:xfrm flipH="1">
                  <a:off x="6287427" y="4731678"/>
                  <a:ext cx="670932" cy="0"/>
                </a:xfrm>
                <a:prstGeom prst="straightConnector1">
                  <a:avLst/>
                </a:prstGeom>
                <a:ln w="38100">
                  <a:solidFill>
                    <a:schemeClr val="accent3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3BB85E5-5321-84F9-8AD0-55F41EC539DC}"/>
                    </a:ext>
                  </a:extLst>
                </p:cNvPr>
                <p:cNvSpPr/>
                <p:nvPr/>
              </p:nvSpPr>
              <p:spPr>
                <a:xfrm>
                  <a:off x="6527177" y="3190323"/>
                  <a:ext cx="2204228" cy="457200"/>
                </a:xfrm>
                <a:prstGeom prst="rect">
                  <a:avLst/>
                </a:prstGeom>
                <a:noFill/>
                <a:ln w="38100">
                  <a:solidFill>
                    <a:schemeClr val="accent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28" name="Elbow Connector 27">
                <a:extLst>
                  <a:ext uri="{FF2B5EF4-FFF2-40B4-BE49-F238E27FC236}">
                    <a16:creationId xmlns:a16="http://schemas.microsoft.com/office/drawing/2014/main" id="{9E6A5C35-A7D7-3734-AA29-A73FFB8ED668}"/>
                  </a:ext>
                </a:extLst>
              </p:cNvPr>
              <p:cNvCxnSpPr>
                <a:stCxn id="25" idx="3"/>
                <a:endCxn id="25" idx="1"/>
              </p:cNvCxnSpPr>
              <p:nvPr/>
            </p:nvCxnSpPr>
            <p:spPr>
              <a:xfrm flipH="1">
                <a:off x="6527177" y="3418923"/>
                <a:ext cx="2204228" cy="12700"/>
              </a:xfrm>
              <a:prstGeom prst="bentConnector5">
                <a:avLst>
                  <a:gd name="adj1" fmla="val -10371"/>
                  <a:gd name="adj2" fmla="val -3336583"/>
                  <a:gd name="adj3" fmla="val 110371"/>
                </a:avLst>
              </a:prstGeom>
              <a:ln w="38100">
                <a:solidFill>
                  <a:schemeClr val="accent3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A55EF82-EA99-213F-9E04-FE0171298FF9}"/>
                </a:ext>
              </a:extLst>
            </p:cNvPr>
            <p:cNvSpPr txBox="1"/>
            <p:nvPr/>
          </p:nvSpPr>
          <p:spPr>
            <a:xfrm>
              <a:off x="2281895" y="1737396"/>
              <a:ext cx="14950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Page 1: CUT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0E74414-F799-E60E-443A-78E8A7660FF5}"/>
                </a:ext>
              </a:extLst>
            </p:cNvPr>
            <p:cNvSpPr txBox="1"/>
            <p:nvPr/>
          </p:nvSpPr>
          <p:spPr>
            <a:xfrm>
              <a:off x="6666472" y="1794337"/>
              <a:ext cx="20649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Looping playhead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A013142-4295-2DCC-060F-CF6746D5B09A}"/>
                </a:ext>
              </a:extLst>
            </p:cNvPr>
            <p:cNvSpPr txBox="1"/>
            <p:nvPr/>
          </p:nvSpPr>
          <p:spPr>
            <a:xfrm>
              <a:off x="5125744" y="6104312"/>
              <a:ext cx="20649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Playheads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4266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F67838-40B7-0614-6D2F-49EAFD131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950" y="1669780"/>
            <a:ext cx="7772400" cy="42169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C7B730-BC5E-EEE7-AB49-606A6F5C4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 page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77F5F69-A744-15E1-E88B-247C0337823A}"/>
              </a:ext>
            </a:extLst>
          </p:cNvPr>
          <p:cNvGrpSpPr/>
          <p:nvPr/>
        </p:nvGrpSpPr>
        <p:grpSpPr>
          <a:xfrm>
            <a:off x="2460315" y="1512381"/>
            <a:ext cx="7308154" cy="4093594"/>
            <a:chOff x="2460315" y="1512381"/>
            <a:chExt cx="7308154" cy="4093594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975915C-864C-4059-49FB-0FB2E2D4F6C9}"/>
                </a:ext>
              </a:extLst>
            </p:cNvPr>
            <p:cNvGrpSpPr/>
            <p:nvPr/>
          </p:nvGrpSpPr>
          <p:grpSpPr>
            <a:xfrm>
              <a:off x="2761204" y="2048428"/>
              <a:ext cx="7007265" cy="3557547"/>
              <a:chOff x="2761204" y="2048428"/>
              <a:chExt cx="7007265" cy="3557547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4638C6D-ED9B-4FE6-6B8D-0FEFCB82ED62}"/>
                  </a:ext>
                </a:extLst>
              </p:cNvPr>
              <p:cNvSpPr/>
              <p:nvPr/>
            </p:nvSpPr>
            <p:spPr>
              <a:xfrm>
                <a:off x="3668753" y="2048428"/>
                <a:ext cx="6099716" cy="461226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6E74AC0-A929-CFBE-9B92-2590C4881306}"/>
                  </a:ext>
                </a:extLst>
              </p:cNvPr>
              <p:cNvSpPr/>
              <p:nvPr/>
            </p:nvSpPr>
            <p:spPr>
              <a:xfrm>
                <a:off x="2761785" y="5185316"/>
                <a:ext cx="7006683" cy="420659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5F0023E-7BFB-D749-9CF3-1A99D31AFF9C}"/>
                  </a:ext>
                </a:extLst>
              </p:cNvPr>
              <p:cNvSpPr/>
              <p:nvPr/>
            </p:nvSpPr>
            <p:spPr>
              <a:xfrm>
                <a:off x="2761204" y="2052454"/>
                <a:ext cx="914400" cy="457200"/>
              </a:xfrm>
              <a:prstGeom prst="rect">
                <a:avLst/>
              </a:prstGeom>
              <a:noFill/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E997F39-F406-DD8D-29DC-F07D99DB033B}"/>
                </a:ext>
              </a:extLst>
            </p:cNvPr>
            <p:cNvSpPr txBox="1"/>
            <p:nvPr/>
          </p:nvSpPr>
          <p:spPr>
            <a:xfrm>
              <a:off x="2460315" y="1512381"/>
              <a:ext cx="18886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Page 2: REC/MIX</a:t>
              </a:r>
            </a:p>
          </p:txBody>
        </p:sp>
        <p:pic>
          <p:nvPicPr>
            <p:cNvPr id="33" name="Picture 32" descr="A yellow and white rectangles&#10;&#10;AI-generated content may be incorrect.">
              <a:extLst>
                <a:ext uri="{FF2B5EF4-FFF2-40B4-BE49-F238E27FC236}">
                  <a16:creationId xmlns:a16="http://schemas.microsoft.com/office/drawing/2014/main" id="{0E10F221-17BA-0C51-3BED-573CF9660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236" t="9533" r="3824" b="6015"/>
            <a:stretch>
              <a:fillRect/>
            </a:stretch>
          </p:blipFill>
          <p:spPr>
            <a:xfrm rot="10800000">
              <a:off x="2817917" y="2088994"/>
              <a:ext cx="804514" cy="368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1040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B7003-B1CC-C359-9E63-6653C70FD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BB3C141-AF2C-7E61-C8DA-A982496F0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550" y="1676130"/>
            <a:ext cx="7772400" cy="42169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8DF6C3-9A41-E650-7EAB-F65687F0E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 page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B49E332-C9BD-99A4-2C0E-3CEA8BFB1CFC}"/>
              </a:ext>
            </a:extLst>
          </p:cNvPr>
          <p:cNvGrpSpPr/>
          <p:nvPr/>
        </p:nvGrpSpPr>
        <p:grpSpPr>
          <a:xfrm>
            <a:off x="2190757" y="1531685"/>
            <a:ext cx="7577712" cy="4571714"/>
            <a:chOff x="2190757" y="1531685"/>
            <a:chExt cx="7577712" cy="4571714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136300D-9F2C-FE62-880F-87254B27F4EB}"/>
                </a:ext>
              </a:extLst>
            </p:cNvPr>
            <p:cNvGrpSpPr/>
            <p:nvPr/>
          </p:nvGrpSpPr>
          <p:grpSpPr>
            <a:xfrm>
              <a:off x="2761784" y="2048428"/>
              <a:ext cx="7006685" cy="3557547"/>
              <a:chOff x="2761784" y="2048428"/>
              <a:chExt cx="7006685" cy="3557547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DF5584F-3375-C5D2-E6C4-29D13A275443}"/>
                  </a:ext>
                </a:extLst>
              </p:cNvPr>
              <p:cNvSpPr/>
              <p:nvPr/>
            </p:nvSpPr>
            <p:spPr>
              <a:xfrm>
                <a:off x="2761784" y="2048428"/>
                <a:ext cx="7006685" cy="461226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1FF3C65-C2EB-6D7A-C369-871010039AAA}"/>
                  </a:ext>
                </a:extLst>
              </p:cNvPr>
              <p:cNvSpPr/>
              <p:nvPr/>
            </p:nvSpPr>
            <p:spPr>
              <a:xfrm>
                <a:off x="2761785" y="5185316"/>
                <a:ext cx="7006683" cy="420659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8DAC13E-B1BD-80C8-34A6-2452E6EE1FA0}"/>
                  </a:ext>
                </a:extLst>
              </p:cNvPr>
              <p:cNvSpPr/>
              <p:nvPr/>
            </p:nvSpPr>
            <p:spPr>
              <a:xfrm>
                <a:off x="3645366" y="2503295"/>
                <a:ext cx="6118838" cy="2682022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80A4D13-1B26-8BD7-DF18-C904BC18F42C}"/>
                  </a:ext>
                </a:extLst>
              </p:cNvPr>
              <p:cNvSpPr/>
              <p:nvPr/>
            </p:nvSpPr>
            <p:spPr>
              <a:xfrm>
                <a:off x="2774950" y="2503294"/>
                <a:ext cx="857250" cy="2664017"/>
              </a:xfrm>
              <a:prstGeom prst="rect">
                <a:avLst/>
              </a:prstGeom>
              <a:noFill/>
              <a:ln w="381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7D1D7D8-D0C6-C1A9-016A-E3680DF38FD6}"/>
                </a:ext>
              </a:extLst>
            </p:cNvPr>
            <p:cNvSpPr txBox="1"/>
            <p:nvPr/>
          </p:nvSpPr>
          <p:spPr>
            <a:xfrm>
              <a:off x="2289049" y="1531685"/>
              <a:ext cx="20649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Arm for recording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0430330-2094-A3A0-1E64-DF29C7E900C8}"/>
                </a:ext>
              </a:extLst>
            </p:cNvPr>
            <p:cNvSpPr txBox="1"/>
            <p:nvPr/>
          </p:nvSpPr>
          <p:spPr>
            <a:xfrm>
              <a:off x="2190757" y="5734067"/>
              <a:ext cx="20649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Chan 1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2A7F881-B94C-01CD-DECF-238DB98A4CBC}"/>
                </a:ext>
              </a:extLst>
            </p:cNvPr>
            <p:cNvSpPr txBox="1"/>
            <p:nvPr/>
          </p:nvSpPr>
          <p:spPr>
            <a:xfrm>
              <a:off x="3302724" y="5734067"/>
              <a:ext cx="20649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Chan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0841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28F1C-1F09-0D7F-1B21-0DD022254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1A474C5-A652-5507-F31C-65E773975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550" y="1676130"/>
            <a:ext cx="7772400" cy="42169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205A64-1687-4530-AA1D-68112BE15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 page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567EE29-9A80-75F9-A924-7C0C04DAA7B2}"/>
              </a:ext>
            </a:extLst>
          </p:cNvPr>
          <p:cNvGrpSpPr/>
          <p:nvPr/>
        </p:nvGrpSpPr>
        <p:grpSpPr>
          <a:xfrm>
            <a:off x="2761784" y="1494430"/>
            <a:ext cx="7006685" cy="4722975"/>
            <a:chOff x="2761784" y="1494430"/>
            <a:chExt cx="7006685" cy="4722975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55E1FE0-6E47-09D5-7230-0F8FD8024C09}"/>
                </a:ext>
              </a:extLst>
            </p:cNvPr>
            <p:cNvGrpSpPr/>
            <p:nvPr/>
          </p:nvGrpSpPr>
          <p:grpSpPr>
            <a:xfrm>
              <a:off x="2761784" y="2048428"/>
              <a:ext cx="7006685" cy="3557547"/>
              <a:chOff x="2761784" y="2048428"/>
              <a:chExt cx="7006685" cy="3557547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A026836-7078-D906-1E21-6F79B698A5EA}"/>
                  </a:ext>
                </a:extLst>
              </p:cNvPr>
              <p:cNvSpPr/>
              <p:nvPr/>
            </p:nvSpPr>
            <p:spPr>
              <a:xfrm>
                <a:off x="2761784" y="2048428"/>
                <a:ext cx="7006685" cy="461226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43E731B-F5BD-AE09-0A6A-2FAFAB7E2E00}"/>
                  </a:ext>
                </a:extLst>
              </p:cNvPr>
              <p:cNvSpPr/>
              <p:nvPr/>
            </p:nvSpPr>
            <p:spPr>
              <a:xfrm>
                <a:off x="2761785" y="5185316"/>
                <a:ext cx="7006683" cy="420659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9637D8A-EBCE-444D-F261-EBFB2C61429E}"/>
                  </a:ext>
                </a:extLst>
              </p:cNvPr>
              <p:cNvSpPr/>
              <p:nvPr/>
            </p:nvSpPr>
            <p:spPr>
              <a:xfrm>
                <a:off x="5832088" y="2503295"/>
                <a:ext cx="3932116" cy="2682022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3456FEE-43DF-6C25-4B7D-8057E35D1313}"/>
                  </a:ext>
                </a:extLst>
              </p:cNvPr>
              <p:cNvSpPr/>
              <p:nvPr/>
            </p:nvSpPr>
            <p:spPr>
              <a:xfrm>
                <a:off x="2761784" y="2509654"/>
                <a:ext cx="883116" cy="2672216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531FA4D-9F28-6A4E-6EFB-E9FA18763F47}"/>
                  </a:ext>
                </a:extLst>
              </p:cNvPr>
              <p:cNvSpPr/>
              <p:nvPr/>
            </p:nvSpPr>
            <p:spPr>
              <a:xfrm>
                <a:off x="3644900" y="2503294"/>
                <a:ext cx="2187188" cy="2664017"/>
              </a:xfrm>
              <a:prstGeom prst="rect">
                <a:avLst/>
              </a:prstGeom>
              <a:noFill/>
              <a:ln w="381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9644EC9-007E-629F-3EE4-44017FF5C949}"/>
                </a:ext>
              </a:extLst>
            </p:cNvPr>
            <p:cNvSpPr txBox="1"/>
            <p:nvPr/>
          </p:nvSpPr>
          <p:spPr>
            <a:xfrm>
              <a:off x="4031067" y="1494430"/>
              <a:ext cx="20649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Mixer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513ADF1-F20D-6518-A777-D63840C9869A}"/>
                </a:ext>
              </a:extLst>
            </p:cNvPr>
            <p:cNvSpPr txBox="1"/>
            <p:nvPr/>
          </p:nvSpPr>
          <p:spPr>
            <a:xfrm>
              <a:off x="3545668" y="5846673"/>
              <a:ext cx="20649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Max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349BBD5-6073-F581-2E04-22D5B3CACE01}"/>
                </a:ext>
              </a:extLst>
            </p:cNvPr>
            <p:cNvSpPr txBox="1"/>
            <p:nvPr/>
          </p:nvSpPr>
          <p:spPr>
            <a:xfrm>
              <a:off x="5327907" y="5846673"/>
              <a:ext cx="20649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Min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CB5BE79-51D3-943A-D6A1-03C3283FF76F}"/>
                </a:ext>
              </a:extLst>
            </p:cNvPr>
            <p:cNvSpPr txBox="1"/>
            <p:nvPr/>
          </p:nvSpPr>
          <p:spPr>
            <a:xfrm>
              <a:off x="4031067" y="5848073"/>
              <a:ext cx="20649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Unity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5590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8F8F8-527C-F76C-D213-B8E55051F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99393FC-136A-1E4E-9DC2-65D3ADE52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600" y="1669780"/>
            <a:ext cx="7772400" cy="42169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B984EA-5333-0294-1455-F791827D0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 page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91BC462-F6D9-D68A-110C-88FD6BB733FB}"/>
              </a:ext>
            </a:extLst>
          </p:cNvPr>
          <p:cNvGrpSpPr/>
          <p:nvPr/>
        </p:nvGrpSpPr>
        <p:grpSpPr>
          <a:xfrm>
            <a:off x="2757519" y="1454279"/>
            <a:ext cx="7010950" cy="4151696"/>
            <a:chOff x="2757519" y="1454279"/>
            <a:chExt cx="7010950" cy="4151696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B282EB8-868E-9BFE-8B6A-0B6F0DB33A4F}"/>
                </a:ext>
              </a:extLst>
            </p:cNvPr>
            <p:cNvGrpSpPr/>
            <p:nvPr/>
          </p:nvGrpSpPr>
          <p:grpSpPr>
            <a:xfrm>
              <a:off x="2757519" y="2048428"/>
              <a:ext cx="7010950" cy="3557547"/>
              <a:chOff x="2757519" y="2048428"/>
              <a:chExt cx="7010950" cy="3557547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421F09A-CB26-4DCC-6AC5-E12DDCD015AE}"/>
                  </a:ext>
                </a:extLst>
              </p:cNvPr>
              <p:cNvSpPr/>
              <p:nvPr/>
            </p:nvSpPr>
            <p:spPr>
              <a:xfrm>
                <a:off x="2761784" y="2048428"/>
                <a:ext cx="7006685" cy="461226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0DF4A4F-2DF4-9A8E-EDA9-15552ECB6F21}"/>
                  </a:ext>
                </a:extLst>
              </p:cNvPr>
              <p:cNvSpPr/>
              <p:nvPr/>
            </p:nvSpPr>
            <p:spPr>
              <a:xfrm>
                <a:off x="2761785" y="5185316"/>
                <a:ext cx="7006683" cy="420659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C995D87-8043-BE74-A50D-60C02903E464}"/>
                  </a:ext>
                </a:extLst>
              </p:cNvPr>
              <p:cNvSpPr/>
              <p:nvPr/>
            </p:nvSpPr>
            <p:spPr>
              <a:xfrm>
                <a:off x="6278136" y="2495193"/>
                <a:ext cx="3486068" cy="2690124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0E253CF-CAC1-C051-1B8A-15BB081D554C}"/>
                  </a:ext>
                </a:extLst>
              </p:cNvPr>
              <p:cNvSpPr/>
              <p:nvPr/>
            </p:nvSpPr>
            <p:spPr>
              <a:xfrm>
                <a:off x="2757519" y="2495193"/>
                <a:ext cx="3072163" cy="2690124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7F7AEC2-5FAE-7F08-BDE8-73082579B1C4}"/>
                  </a:ext>
                </a:extLst>
              </p:cNvPr>
              <p:cNvSpPr/>
              <p:nvPr/>
            </p:nvSpPr>
            <p:spPr>
              <a:xfrm>
                <a:off x="5838211" y="2495192"/>
                <a:ext cx="446048" cy="2690123"/>
              </a:xfrm>
              <a:prstGeom prst="rect">
                <a:avLst/>
              </a:prstGeom>
              <a:noFill/>
              <a:ln w="381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1F48142-49BB-9385-BE6B-842E1D2F47CD}"/>
                </a:ext>
              </a:extLst>
            </p:cNvPr>
            <p:cNvSpPr txBox="1"/>
            <p:nvPr/>
          </p:nvSpPr>
          <p:spPr>
            <a:xfrm>
              <a:off x="5245669" y="1454279"/>
              <a:ext cx="20649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Toggle reverse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6785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06A3A-5A51-3527-595D-3A89D8592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12DBD4A-65F8-3BD3-A71D-4CF11EB39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600" y="1695180"/>
            <a:ext cx="7772400" cy="42169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0C633D-94C8-8622-05B0-3ACEDE086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 page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64F1A53-B4FD-EF3B-0C1F-67B74CACF892}"/>
              </a:ext>
            </a:extLst>
          </p:cNvPr>
          <p:cNvGrpSpPr/>
          <p:nvPr/>
        </p:nvGrpSpPr>
        <p:grpSpPr>
          <a:xfrm>
            <a:off x="2761784" y="1488608"/>
            <a:ext cx="7006685" cy="4660443"/>
            <a:chOff x="2761784" y="1488608"/>
            <a:chExt cx="7006685" cy="4660443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F8FE613-B015-E280-C15D-A83DB0A91E46}"/>
                </a:ext>
              </a:extLst>
            </p:cNvPr>
            <p:cNvGrpSpPr/>
            <p:nvPr/>
          </p:nvGrpSpPr>
          <p:grpSpPr>
            <a:xfrm>
              <a:off x="2761784" y="2048428"/>
              <a:ext cx="7006685" cy="3557547"/>
              <a:chOff x="2761784" y="2048428"/>
              <a:chExt cx="7006685" cy="3557547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C16767E-6DC3-E0B6-3FF2-205751F54A78}"/>
                  </a:ext>
                </a:extLst>
              </p:cNvPr>
              <p:cNvSpPr/>
              <p:nvPr/>
            </p:nvSpPr>
            <p:spPr>
              <a:xfrm>
                <a:off x="2761784" y="2048428"/>
                <a:ext cx="7006685" cy="461226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CAB7BD6-9F1F-245D-2C81-BA4594E84CB8}"/>
                  </a:ext>
                </a:extLst>
              </p:cNvPr>
              <p:cNvSpPr/>
              <p:nvPr/>
            </p:nvSpPr>
            <p:spPr>
              <a:xfrm>
                <a:off x="2761785" y="5185316"/>
                <a:ext cx="7006683" cy="420659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401FF23-59EB-1400-7F0F-852A006038F4}"/>
                  </a:ext>
                </a:extLst>
              </p:cNvPr>
              <p:cNvSpPr/>
              <p:nvPr/>
            </p:nvSpPr>
            <p:spPr>
              <a:xfrm>
                <a:off x="9333570" y="2509655"/>
                <a:ext cx="430633" cy="2675662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A86D435-7E10-14F0-CEFD-EE814F63023E}"/>
                  </a:ext>
                </a:extLst>
              </p:cNvPr>
              <p:cNvSpPr/>
              <p:nvPr/>
            </p:nvSpPr>
            <p:spPr>
              <a:xfrm>
                <a:off x="2761784" y="2509654"/>
                <a:ext cx="3512088" cy="2675661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8ED1709-599B-588E-FBD9-A27C74F17687}"/>
                  </a:ext>
                </a:extLst>
              </p:cNvPr>
              <p:cNvSpPr/>
              <p:nvPr/>
            </p:nvSpPr>
            <p:spPr>
              <a:xfrm>
                <a:off x="6278137" y="2515076"/>
                <a:ext cx="3051168" cy="2664017"/>
              </a:xfrm>
              <a:prstGeom prst="rect">
                <a:avLst/>
              </a:prstGeom>
              <a:noFill/>
              <a:ln w="381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E37898A-17A5-94DF-F87E-803A5965AC7E}"/>
                </a:ext>
              </a:extLst>
            </p:cNvPr>
            <p:cNvSpPr txBox="1"/>
            <p:nvPr/>
          </p:nvSpPr>
          <p:spPr>
            <a:xfrm>
              <a:off x="6457949" y="1488608"/>
              <a:ext cx="28694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Recording/playback speed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D970BF9-E75A-43CC-315B-C86FB0AFC03D}"/>
                </a:ext>
              </a:extLst>
            </p:cNvPr>
            <p:cNvSpPr txBox="1"/>
            <p:nvPr/>
          </p:nvSpPr>
          <p:spPr>
            <a:xfrm>
              <a:off x="5984938" y="5779719"/>
              <a:ext cx="35539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1/4x   1/2x   2/3x  </a:t>
              </a:r>
              <a:r>
                <a:rPr lang="en-US" b="1" dirty="0"/>
                <a:t>1x</a:t>
              </a:r>
              <a:r>
                <a:rPr lang="en-US" dirty="0"/>
                <a:t>    3/2x   2x    4x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D27F717-DAAC-4D2F-551E-31AA4B5859DE}"/>
                </a:ext>
              </a:extLst>
            </p:cNvPr>
            <p:cNvSpPr txBox="1"/>
            <p:nvPr/>
          </p:nvSpPr>
          <p:spPr>
            <a:xfrm>
              <a:off x="4345761" y="5779719"/>
              <a:ext cx="17184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Speed options: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2169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FE4D2-081F-5692-32C1-CB92A930F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61637B8-8920-2C56-00BB-B345B8C84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600" y="1695180"/>
            <a:ext cx="7772400" cy="42169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9A7CFD-B67A-7370-C82E-D0471ED24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 page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3DA5F69-4868-C053-931A-D767D39837B2}"/>
              </a:ext>
            </a:extLst>
          </p:cNvPr>
          <p:cNvGrpSpPr/>
          <p:nvPr/>
        </p:nvGrpSpPr>
        <p:grpSpPr>
          <a:xfrm>
            <a:off x="2761784" y="1502472"/>
            <a:ext cx="7626816" cy="4103503"/>
            <a:chOff x="2761784" y="1502472"/>
            <a:chExt cx="7626816" cy="4103503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BC7A7D3-F3BE-4761-3256-E6831A97339F}"/>
                </a:ext>
              </a:extLst>
            </p:cNvPr>
            <p:cNvGrpSpPr/>
            <p:nvPr/>
          </p:nvGrpSpPr>
          <p:grpSpPr>
            <a:xfrm>
              <a:off x="2761784" y="2048428"/>
              <a:ext cx="7012021" cy="3557547"/>
              <a:chOff x="2761784" y="2048428"/>
              <a:chExt cx="7012021" cy="3557547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272C624-884E-26C6-5994-0651AD7CCA64}"/>
                  </a:ext>
                </a:extLst>
              </p:cNvPr>
              <p:cNvSpPr/>
              <p:nvPr/>
            </p:nvSpPr>
            <p:spPr>
              <a:xfrm>
                <a:off x="2761784" y="2048428"/>
                <a:ext cx="7006685" cy="461226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0C77BA24-9400-B0D0-BB51-418227B781EC}"/>
                  </a:ext>
                </a:extLst>
              </p:cNvPr>
              <p:cNvSpPr/>
              <p:nvPr/>
            </p:nvSpPr>
            <p:spPr>
              <a:xfrm>
                <a:off x="2761785" y="5185316"/>
                <a:ext cx="7006683" cy="420659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72CF716-3B17-9DF2-E416-7A249F727092}"/>
                  </a:ext>
                </a:extLst>
              </p:cNvPr>
              <p:cNvSpPr/>
              <p:nvPr/>
            </p:nvSpPr>
            <p:spPr>
              <a:xfrm>
                <a:off x="2761784" y="2509654"/>
                <a:ext cx="6560282" cy="2675661"/>
              </a:xfrm>
              <a:prstGeom prst="rect">
                <a:avLst/>
              </a:prstGeom>
              <a:solidFill>
                <a:srgbClr val="7F7F7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8F51A9C-0C39-C9CF-A9EA-88576B6F2AD5}"/>
                  </a:ext>
                </a:extLst>
              </p:cNvPr>
              <p:cNvSpPr/>
              <p:nvPr/>
            </p:nvSpPr>
            <p:spPr>
              <a:xfrm>
                <a:off x="9327403" y="2515076"/>
                <a:ext cx="446402" cy="2664017"/>
              </a:xfrm>
              <a:prstGeom prst="rect">
                <a:avLst/>
              </a:prstGeom>
              <a:noFill/>
              <a:ln w="381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11141DF-D8A9-C9B7-2F5C-541375329714}"/>
                </a:ext>
              </a:extLst>
            </p:cNvPr>
            <p:cNvSpPr txBox="1"/>
            <p:nvPr/>
          </p:nvSpPr>
          <p:spPr>
            <a:xfrm>
              <a:off x="8559799" y="1502472"/>
              <a:ext cx="18288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Toggle playback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E11A2FF-E47C-3EDC-4B8E-5256495E0DBF}"/>
              </a:ext>
            </a:extLst>
          </p:cNvPr>
          <p:cNvSpPr txBox="1"/>
          <p:nvPr/>
        </p:nvSpPr>
        <p:spPr>
          <a:xfrm>
            <a:off x="8636203" y="5822365"/>
            <a:ext cx="1828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Hold to toggle gated playback</a:t>
            </a:r>
          </a:p>
        </p:txBody>
      </p:sp>
    </p:spTree>
    <p:extLst>
      <p:ext uri="{BB962C8B-B14F-4D97-AF65-F5344CB8AC3E}">
        <p14:creationId xmlns:p14="http://schemas.microsoft.com/office/powerpoint/2010/main" val="1132530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85</Words>
  <Application>Microsoft Macintosh PowerPoint</Application>
  <PresentationFormat>Widescreen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Chrome</vt:lpstr>
      <vt:lpstr>Tracks</vt:lpstr>
      <vt:lpstr>Title page</vt:lpstr>
      <vt:lpstr>CUT page</vt:lpstr>
      <vt:lpstr>REC page</vt:lpstr>
      <vt:lpstr>REC page</vt:lpstr>
      <vt:lpstr>REC page</vt:lpstr>
      <vt:lpstr>REC page</vt:lpstr>
      <vt:lpstr>REC page</vt:lpstr>
      <vt:lpstr>REC page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Dune Desormeaux</dc:creator>
  <cp:lastModifiedBy>Dune Desormeaux</cp:lastModifiedBy>
  <cp:revision>15</cp:revision>
  <dcterms:created xsi:type="dcterms:W3CDTF">2026-04-27T22:26:19Z</dcterms:created>
  <dcterms:modified xsi:type="dcterms:W3CDTF">2026-05-26T18:27:46Z</dcterms:modified>
</cp:coreProperties>
</file>